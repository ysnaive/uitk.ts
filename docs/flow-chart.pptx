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A66B"/>
    <a:srgbClr val="516A9D"/>
    <a:srgbClr val="65804C"/>
    <a:srgbClr val="9B6135"/>
    <a:srgbClr val="7A4C2A"/>
    <a:srgbClr val="BBA673"/>
    <a:srgbClr val="C8B78E"/>
    <a:srgbClr val="D7CBAD"/>
    <a:srgbClr val="715215"/>
    <a:srgbClr val="D3A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29" autoAdjust="0"/>
  </p:normalViewPr>
  <p:slideViewPr>
    <p:cSldViewPr snapToGrid="0">
      <p:cViewPr varScale="1">
        <p:scale>
          <a:sx n="113" d="100"/>
          <a:sy n="113" d="100"/>
        </p:scale>
        <p:origin x="7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EE87D-55BF-4A29-87A7-571A8356AC03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38993-37E8-459B-98F8-AC53D5B84E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49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38993-37E8-459B-98F8-AC53D5B84E7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90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3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4452E12-E956-4EFC-D665-B29E5A60F8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10B2885-95B1-9F06-0F34-AE9581CCB4B1}"/>
              </a:ext>
            </a:extLst>
          </p:cNvPr>
          <p:cNvSpPr txBox="1"/>
          <p:nvPr userDrawn="1"/>
        </p:nvSpPr>
        <p:spPr>
          <a:xfrm>
            <a:off x="5556000" y="-14571000"/>
            <a:ext cx="1080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scroller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5268E05-CFB1-22BC-6A52-A1C30B753D30}"/>
              </a:ext>
            </a:extLst>
          </p:cNvPr>
          <p:cNvSpPr txBox="1"/>
          <p:nvPr userDrawn="1"/>
        </p:nvSpPr>
        <p:spPr>
          <a:xfrm>
            <a:off x="5556000" y="21429000"/>
            <a:ext cx="1080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scroller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CA4FC9-A022-59BD-E4D4-885386830C8D}"/>
              </a:ext>
            </a:extLst>
          </p:cNvPr>
          <p:cNvSpPr txBox="1"/>
          <p:nvPr userDrawn="1"/>
        </p:nvSpPr>
        <p:spPr>
          <a:xfrm>
            <a:off x="24096000" y="3249000"/>
            <a:ext cx="1080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scroller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7422423-D636-074D-06B8-4A2D7F091125}"/>
              </a:ext>
            </a:extLst>
          </p:cNvPr>
          <p:cNvSpPr txBox="1"/>
          <p:nvPr userDrawn="1"/>
        </p:nvSpPr>
        <p:spPr>
          <a:xfrm>
            <a:off x="-11904000" y="3249000"/>
            <a:ext cx="1080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scroller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30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E7F74F-9CA6-6A15-D091-1AB0F451D3F1}"/>
              </a:ext>
            </a:extLst>
          </p:cNvPr>
          <p:cNvSpPr/>
          <p:nvPr/>
        </p:nvSpPr>
        <p:spPr>
          <a:xfrm>
            <a:off x="0" y="-463550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2">
                    <a:lumMod val="25000"/>
                  </a:schemeClr>
                </a:solidFill>
              </a:rPr>
              <a:t>text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F72C-9B41-F65A-E2BE-6468FC3C16D6}"/>
              </a:ext>
            </a:extLst>
          </p:cNvPr>
          <p:cNvSpPr/>
          <p:nvPr/>
        </p:nvSpPr>
        <p:spPr>
          <a:xfrm>
            <a:off x="0" y="-86360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D7FF6D-D607-7640-EEFE-51AE2E6C6FC9}"/>
              </a:ext>
            </a:extLst>
          </p:cNvPr>
          <p:cNvSpPr/>
          <p:nvPr/>
        </p:nvSpPr>
        <p:spPr>
          <a:xfrm>
            <a:off x="0" y="-1263650"/>
            <a:ext cx="1625600" cy="34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AFC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A49C80-85D3-5B41-B4E4-A1E3719D623F}"/>
              </a:ext>
            </a:extLst>
          </p:cNvPr>
          <p:cNvSpPr/>
          <p:nvPr/>
        </p:nvSpPr>
        <p:spPr>
          <a:xfrm>
            <a:off x="0" y="-1663700"/>
            <a:ext cx="1625600" cy="349250"/>
          </a:xfrm>
          <a:prstGeom prst="rect">
            <a:avLst/>
          </a:prstGeom>
          <a:solidFill>
            <a:srgbClr val="EFE2D5"/>
          </a:solidFill>
          <a:ln w="25400">
            <a:solidFill>
              <a:srgbClr val="D3AB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2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F89DBE-CF44-8F0F-2551-28971A8C2430}"/>
              </a:ext>
            </a:extLst>
          </p:cNvPr>
          <p:cNvSpPr/>
          <p:nvPr/>
        </p:nvSpPr>
        <p:spPr>
          <a:xfrm>
            <a:off x="0" y="-2063750"/>
            <a:ext cx="1625600" cy="349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D7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715215"/>
                </a:solidFill>
              </a:rPr>
              <a:t>text</a:t>
            </a:r>
            <a:endParaRPr lang="zh-TW" altLang="en-US" sz="1400">
              <a:solidFill>
                <a:srgbClr val="715215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AB97B51-8FC1-789D-7E70-FB869F8F05DC}"/>
              </a:ext>
            </a:extLst>
          </p:cNvPr>
          <p:cNvCxnSpPr/>
          <p:nvPr/>
        </p:nvCxnSpPr>
        <p:spPr>
          <a:xfrm>
            <a:off x="1745672" y="-371187"/>
            <a:ext cx="4064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C3FDD965-34ED-CA3F-0EAE-DB0FF745B48D}"/>
              </a:ext>
            </a:extLst>
          </p:cNvPr>
          <p:cNvCxnSpPr>
            <a:cxnSpLocks/>
          </p:cNvCxnSpPr>
          <p:nvPr/>
        </p:nvCxnSpPr>
        <p:spPr>
          <a:xfrm>
            <a:off x="1745672" y="-270452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FE08FF1-2449-82DC-E95B-5F66FCB7D3AC}"/>
              </a:ext>
            </a:extLst>
          </p:cNvPr>
          <p:cNvCxnSpPr/>
          <p:nvPr/>
        </p:nvCxnSpPr>
        <p:spPr>
          <a:xfrm>
            <a:off x="1745672" y="-796060"/>
            <a:ext cx="406400" cy="0"/>
          </a:xfrm>
          <a:prstGeom prst="line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5D638F66-308D-5964-3072-FC12142E2DC2}"/>
              </a:ext>
            </a:extLst>
          </p:cNvPr>
          <p:cNvCxnSpPr>
            <a:cxnSpLocks/>
          </p:cNvCxnSpPr>
          <p:nvPr/>
        </p:nvCxnSpPr>
        <p:spPr>
          <a:xfrm>
            <a:off x="1745672" y="-695325"/>
            <a:ext cx="406400" cy="104198"/>
          </a:xfrm>
          <a:prstGeom prst="bentConnector3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D161F63-30D1-5AF5-F9A6-BF64EA8F68E4}"/>
              </a:ext>
            </a:extLst>
          </p:cNvPr>
          <p:cNvCxnSpPr/>
          <p:nvPr/>
        </p:nvCxnSpPr>
        <p:spPr>
          <a:xfrm>
            <a:off x="1745672" y="-1211697"/>
            <a:ext cx="406400" cy="0"/>
          </a:xfrm>
          <a:prstGeom prst="line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EFD58989-7AB8-8094-E5DA-3BA7DE877E3E}"/>
              </a:ext>
            </a:extLst>
          </p:cNvPr>
          <p:cNvCxnSpPr>
            <a:cxnSpLocks/>
          </p:cNvCxnSpPr>
          <p:nvPr/>
        </p:nvCxnSpPr>
        <p:spPr>
          <a:xfrm>
            <a:off x="1745672" y="-1110962"/>
            <a:ext cx="406400" cy="104198"/>
          </a:xfrm>
          <a:prstGeom prst="bentConnector3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A5198D9-9D05-8C5D-A143-A9F75A6E362E}"/>
              </a:ext>
            </a:extLst>
          </p:cNvPr>
          <p:cNvCxnSpPr/>
          <p:nvPr/>
        </p:nvCxnSpPr>
        <p:spPr>
          <a:xfrm>
            <a:off x="1745672" y="-1584471"/>
            <a:ext cx="406400" cy="0"/>
          </a:xfrm>
          <a:prstGeom prst="line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25668683-6F2F-17DA-113B-1C4A5F2E1B48}"/>
              </a:ext>
            </a:extLst>
          </p:cNvPr>
          <p:cNvCxnSpPr>
            <a:cxnSpLocks/>
          </p:cNvCxnSpPr>
          <p:nvPr/>
        </p:nvCxnSpPr>
        <p:spPr>
          <a:xfrm>
            <a:off x="1745672" y="-1483736"/>
            <a:ext cx="406400" cy="104198"/>
          </a:xfrm>
          <a:prstGeom prst="bentConnector3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D4632CE-F1CB-D4A4-33A0-EC8FAA2EE265}"/>
              </a:ext>
            </a:extLst>
          </p:cNvPr>
          <p:cNvCxnSpPr/>
          <p:nvPr/>
        </p:nvCxnSpPr>
        <p:spPr>
          <a:xfrm>
            <a:off x="1745672" y="-2000108"/>
            <a:ext cx="406400" cy="0"/>
          </a:xfrm>
          <a:prstGeom prst="line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06DFECC4-86B6-C588-14BE-E9ECFA36C982}"/>
              </a:ext>
            </a:extLst>
          </p:cNvPr>
          <p:cNvCxnSpPr>
            <a:cxnSpLocks/>
          </p:cNvCxnSpPr>
          <p:nvPr/>
        </p:nvCxnSpPr>
        <p:spPr>
          <a:xfrm>
            <a:off x="1745672" y="-1899373"/>
            <a:ext cx="406400" cy="104198"/>
          </a:xfrm>
          <a:prstGeom prst="bentConnector3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A874F415-1BC4-6FDF-38E0-0225700D88B4}"/>
              </a:ext>
            </a:extLst>
          </p:cNvPr>
          <p:cNvSpPr txBox="1"/>
          <p:nvPr/>
        </p:nvSpPr>
        <p:spPr>
          <a:xfrm>
            <a:off x="132990" y="10564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DocComponent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BAA2B54-E306-8B2F-51A8-035C3DEFB55A}"/>
              </a:ext>
            </a:extLst>
          </p:cNvPr>
          <p:cNvSpPr txBox="1"/>
          <p:nvPr/>
        </p:nvSpPr>
        <p:spPr>
          <a:xfrm>
            <a:off x="132989" y="712972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Requirement: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6E79BA-79B0-69F6-5BEC-137483F1C562}"/>
              </a:ext>
            </a:extLst>
          </p:cNvPr>
          <p:cNvSpPr txBox="1"/>
          <p:nvPr/>
        </p:nvSpPr>
        <p:spPr>
          <a:xfrm>
            <a:off x="491546" y="1135638"/>
            <a:ext cx="2442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TW" dirty="0"/>
              <a:t>Redo Undo</a:t>
            </a:r>
          </a:p>
          <a:p>
            <a:pPr marL="285750" indent="-285750">
              <a:buFontTx/>
              <a:buChar char="-"/>
            </a:pPr>
            <a:r>
              <a:rPr lang="en-US" altLang="zh-TW" dirty="0"/>
              <a:t>Localize</a:t>
            </a:r>
          </a:p>
          <a:p>
            <a:pPr marL="285750" indent="-285750">
              <a:buFontTx/>
              <a:buChar char="-"/>
            </a:pPr>
            <a:r>
              <a:rPr lang="en-US" altLang="zh-TW"/>
              <a:t>Serialize</a:t>
            </a:r>
          </a:p>
          <a:p>
            <a:pPr marL="285750" indent="-285750">
              <a:buFontTx/>
              <a:buChar char="-"/>
            </a:pPr>
            <a:r>
              <a:rPr lang="en-US" altLang="zh-TW"/>
              <a:t>Sync</a:t>
            </a:r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695745-CB90-7809-6113-360B0E7FE4F9}"/>
              </a:ext>
            </a:extLst>
          </p:cNvPr>
          <p:cNvSpPr/>
          <p:nvPr/>
        </p:nvSpPr>
        <p:spPr>
          <a:xfrm>
            <a:off x="434632" y="4172784"/>
            <a:ext cx="140267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lang.en.json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86338E-EE27-9F8A-BD69-80E6FA4605B0}"/>
              </a:ext>
            </a:extLst>
          </p:cNvPr>
          <p:cNvSpPr/>
          <p:nvPr/>
        </p:nvSpPr>
        <p:spPr>
          <a:xfrm>
            <a:off x="434632" y="3757147"/>
            <a:ext cx="140267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page.json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3E781DD5-C3D4-5671-0BF8-0C1C1B7B102E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37232" y="3950009"/>
            <a:ext cx="675556" cy="119244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2A3F1822-E932-19A3-272D-568F6895BA1A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245051" y="3742191"/>
            <a:ext cx="259918" cy="119244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717A7685-6A6A-8A3C-92F9-9C4D9B1D5F93}"/>
              </a:ext>
            </a:extLst>
          </p:cNvPr>
          <p:cNvSpPr/>
          <p:nvPr/>
        </p:nvSpPr>
        <p:spPr>
          <a:xfrm>
            <a:off x="211702" y="334151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accent1">
                    <a:lumMod val="50000"/>
                  </a:schemeClr>
                </a:solidFill>
              </a:rPr>
              <a:t>Resources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011B45-F5D4-598C-B328-E7D725C5677E}"/>
              </a:ext>
            </a:extLst>
          </p:cNvPr>
          <p:cNvSpPr/>
          <p:nvPr/>
        </p:nvSpPr>
        <p:spPr>
          <a:xfrm>
            <a:off x="4114349" y="3407897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Resource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B64873-8801-5A02-E043-6BCD8B60FE3A}"/>
              </a:ext>
            </a:extLst>
          </p:cNvPr>
          <p:cNvSpPr/>
          <p:nvPr/>
        </p:nvSpPr>
        <p:spPr>
          <a:xfrm>
            <a:off x="4769669" y="193215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555B69-79FB-C827-9FFA-788C9D23B303}"/>
              </a:ext>
            </a:extLst>
          </p:cNvPr>
          <p:cNvSpPr/>
          <p:nvPr/>
        </p:nvSpPr>
        <p:spPr>
          <a:xfrm>
            <a:off x="4114349" y="2257183"/>
            <a:ext cx="1625600" cy="34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AFC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accent6">
                    <a:lumMod val="50000"/>
                  </a:schemeClr>
                </a:solidFill>
              </a:rPr>
              <a:t>Binding</a:t>
            </a:r>
            <a:endParaRPr lang="zh-TW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477DB8-FBFB-9699-5686-38682975EA13}"/>
              </a:ext>
            </a:extLst>
          </p:cNvPr>
          <p:cNvSpPr/>
          <p:nvPr/>
        </p:nvSpPr>
        <p:spPr>
          <a:xfrm>
            <a:off x="4114349" y="2823901"/>
            <a:ext cx="1625600" cy="349250"/>
          </a:xfrm>
          <a:prstGeom prst="rect">
            <a:avLst/>
          </a:prstGeom>
          <a:solidFill>
            <a:srgbClr val="EFE2D5"/>
          </a:solidFill>
          <a:ln w="25400">
            <a:solidFill>
              <a:srgbClr val="D3AB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accent2">
                    <a:lumMod val="50000"/>
                  </a:schemeClr>
                </a:solidFill>
              </a:rPr>
              <a:t>Model</a:t>
            </a:r>
            <a:endParaRPr lang="zh-TW" altLang="en-US" sz="14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AFDBDE6-F31A-AE78-C380-91B6D5150406}"/>
              </a:ext>
            </a:extLst>
          </p:cNvPr>
          <p:cNvSpPr/>
          <p:nvPr/>
        </p:nvSpPr>
        <p:spPr>
          <a:xfrm>
            <a:off x="4114349" y="1619763"/>
            <a:ext cx="1625600" cy="349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D7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rgbClr val="715215"/>
                </a:solidFill>
              </a:rPr>
              <a:t>View</a:t>
            </a:r>
            <a:endParaRPr lang="zh-TW" altLang="en-US" sz="1400">
              <a:solidFill>
                <a:srgbClr val="715215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8F0B221-5771-DE2B-D8D9-824DE3D66F50}"/>
              </a:ext>
            </a:extLst>
          </p:cNvPr>
          <p:cNvSpPr/>
          <p:nvPr/>
        </p:nvSpPr>
        <p:spPr>
          <a:xfrm>
            <a:off x="4769669" y="618754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B1BAB0-3E13-472C-E56B-0F7555479E1F}"/>
              </a:ext>
            </a:extLst>
          </p:cNvPr>
          <p:cNvSpPr/>
          <p:nvPr/>
        </p:nvSpPr>
        <p:spPr>
          <a:xfrm>
            <a:off x="5836469" y="1619763"/>
            <a:ext cx="1625600" cy="349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D7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rgbClr val="715215"/>
                </a:solidFill>
              </a:rPr>
              <a:t>API</a:t>
            </a:r>
            <a:endParaRPr lang="zh-TW" altLang="en-US" sz="1400">
              <a:solidFill>
                <a:srgbClr val="715215"/>
              </a:solidFill>
            </a:endParaRPr>
          </a:p>
        </p:txBody>
      </p: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BF788831-241D-DC8D-8E86-0DD97A5A13DC}"/>
              </a:ext>
            </a:extLst>
          </p:cNvPr>
          <p:cNvCxnSpPr>
            <a:cxnSpLocks/>
            <a:stCxn id="42" idx="2"/>
            <a:endCxn id="38" idx="0"/>
          </p:cNvCxnSpPr>
          <p:nvPr/>
        </p:nvCxnSpPr>
        <p:spPr>
          <a:xfrm rot="5400000">
            <a:off x="5644124" y="1252038"/>
            <a:ext cx="288170" cy="1722120"/>
          </a:xfrm>
          <a:prstGeom prst="bentConnector3">
            <a:avLst>
              <a:gd name="adj1" fmla="val 50000"/>
            </a:avLst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7CAF9735-95C8-0BFE-75DB-76E0A3062E78}"/>
              </a:ext>
            </a:extLst>
          </p:cNvPr>
          <p:cNvCxnSpPr>
            <a:cxnSpLocks/>
            <a:stCxn id="38" idx="0"/>
            <a:endCxn id="40" idx="2"/>
          </p:cNvCxnSpPr>
          <p:nvPr/>
        </p:nvCxnSpPr>
        <p:spPr>
          <a:xfrm flipV="1">
            <a:off x="4927149" y="1969013"/>
            <a:ext cx="0" cy="288170"/>
          </a:xfrm>
          <a:prstGeom prst="line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E80C0C9-4296-FAEB-AD1C-F604B4E6E53B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4927149" y="2606433"/>
            <a:ext cx="0" cy="217468"/>
          </a:xfrm>
          <a:prstGeom prst="line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6BAE015F-3134-DF2C-CD48-0A7428D6BE94}"/>
              </a:ext>
            </a:extLst>
          </p:cNvPr>
          <p:cNvCxnSpPr>
            <a:cxnSpLocks/>
            <a:stCxn id="39" idx="2"/>
            <a:endCxn id="34" idx="0"/>
          </p:cNvCxnSpPr>
          <p:nvPr/>
        </p:nvCxnSpPr>
        <p:spPr>
          <a:xfrm>
            <a:off x="4927149" y="3173151"/>
            <a:ext cx="0" cy="234746"/>
          </a:xfrm>
          <a:prstGeom prst="line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0445C720-D8AC-4CD1-E54B-2EC3B9BFFDDA}"/>
              </a:ext>
            </a:extLst>
          </p:cNvPr>
          <p:cNvSpPr/>
          <p:nvPr/>
        </p:nvSpPr>
        <p:spPr>
          <a:xfrm>
            <a:off x="3070265" y="4251568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Book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63C4644-359B-5730-D920-78C6EAE7A1C4}"/>
              </a:ext>
            </a:extLst>
          </p:cNvPr>
          <p:cNvSpPr/>
          <p:nvPr/>
        </p:nvSpPr>
        <p:spPr>
          <a:xfrm>
            <a:off x="3070265" y="6088605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API Book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CC04B8F-864A-9EC3-8ACE-14D018C30E0E}"/>
              </a:ext>
            </a:extLst>
          </p:cNvPr>
          <p:cNvSpPr/>
          <p:nvPr/>
        </p:nvSpPr>
        <p:spPr>
          <a:xfrm>
            <a:off x="3301549" y="6477032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API 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3FFFC38-322F-272F-6940-C3CDD760FD5D}"/>
              </a:ext>
            </a:extLst>
          </p:cNvPr>
          <p:cNvSpPr/>
          <p:nvPr/>
        </p:nvSpPr>
        <p:spPr>
          <a:xfrm>
            <a:off x="3301549" y="4643661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390CD12-9B4E-8EA8-8B8B-88DBBC349937}"/>
              </a:ext>
            </a:extLst>
          </p:cNvPr>
          <p:cNvSpPr/>
          <p:nvPr/>
        </p:nvSpPr>
        <p:spPr>
          <a:xfrm>
            <a:off x="3534462" y="5027466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Component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4E1270D-86C2-67D3-3746-DBEFCC5EE17D}"/>
              </a:ext>
            </a:extLst>
          </p:cNvPr>
          <p:cNvSpPr/>
          <p:nvPr/>
        </p:nvSpPr>
        <p:spPr>
          <a:xfrm>
            <a:off x="3301549" y="5432855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API 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ED262D7-D77D-6470-7D3B-6EF117A5576A}"/>
              </a:ext>
            </a:extLst>
          </p:cNvPr>
          <p:cNvSpPr/>
          <p:nvPr/>
        </p:nvSpPr>
        <p:spPr>
          <a:xfrm>
            <a:off x="211702" y="5211080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DocDocument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CF646CA7-D20D-6448-1619-B0482650AEFC}"/>
              </a:ext>
            </a:extLst>
          </p:cNvPr>
          <p:cNvCxnSpPr>
            <a:cxnSpLocks/>
          </p:cNvCxnSpPr>
          <p:nvPr/>
        </p:nvCxnSpPr>
        <p:spPr>
          <a:xfrm>
            <a:off x="13903084" y="8646039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00EA33AE-102C-B65D-E1D0-2D92E00827FE}"/>
              </a:ext>
            </a:extLst>
          </p:cNvPr>
          <p:cNvCxnSpPr>
            <a:cxnSpLocks/>
          </p:cNvCxnSpPr>
          <p:nvPr/>
        </p:nvCxnSpPr>
        <p:spPr>
          <a:xfrm>
            <a:off x="13931479" y="8903777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58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F475916E-21F9-782A-F2B3-E3692A9015FB}"/>
              </a:ext>
            </a:extLst>
          </p:cNvPr>
          <p:cNvSpPr/>
          <p:nvPr/>
        </p:nvSpPr>
        <p:spPr>
          <a:xfrm>
            <a:off x="4225902" y="4093892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DocumentBinder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572A3F3-F3B6-0FF2-5089-1359EBDBA52C}"/>
              </a:ext>
            </a:extLst>
          </p:cNvPr>
          <p:cNvSpPr/>
          <p:nvPr/>
        </p:nvSpPr>
        <p:spPr>
          <a:xfrm>
            <a:off x="3319090" y="3443946"/>
            <a:ext cx="954437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16AC1BA-8735-5A35-D920-4EB6D5D87CAA}"/>
              </a:ext>
            </a:extLst>
          </p:cNvPr>
          <p:cNvSpPr/>
          <p:nvPr/>
        </p:nvSpPr>
        <p:spPr>
          <a:xfrm>
            <a:off x="4354260" y="3443946"/>
            <a:ext cx="1359879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Components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6500025-1763-6046-E8AF-BD298DE817C6}"/>
              </a:ext>
            </a:extLst>
          </p:cNvPr>
          <p:cNvSpPr/>
          <p:nvPr/>
        </p:nvSpPr>
        <p:spPr>
          <a:xfrm>
            <a:off x="5794872" y="3443946"/>
            <a:ext cx="1221856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Localizer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69" name="接點: 肘形 68">
            <a:extLst>
              <a:ext uri="{FF2B5EF4-FFF2-40B4-BE49-F238E27FC236}">
                <a16:creationId xmlns:a16="http://schemas.microsoft.com/office/drawing/2014/main" id="{305B87BA-ED07-02F8-9B79-FD9C829DA64F}"/>
              </a:ext>
            </a:extLst>
          </p:cNvPr>
          <p:cNvCxnSpPr>
            <a:cxnSpLocks/>
            <a:stCxn id="68" idx="2"/>
            <a:endCxn id="65" idx="0"/>
          </p:cNvCxnSpPr>
          <p:nvPr/>
        </p:nvCxnSpPr>
        <p:spPr>
          <a:xfrm rot="5400000">
            <a:off x="5571903" y="3259995"/>
            <a:ext cx="300696" cy="1367098"/>
          </a:xfrm>
          <a:prstGeom prst="bentConnector3">
            <a:avLst>
              <a:gd name="adj1" fmla="val 50000"/>
            </a:avLst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2D8378C3-F045-B14B-C15B-66D497639EAE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rot="16200000" flipV="1">
            <a:off x="4267158" y="3322347"/>
            <a:ext cx="300696" cy="1242393"/>
          </a:xfrm>
          <a:prstGeom prst="bentConnector3">
            <a:avLst>
              <a:gd name="adj1" fmla="val 50000"/>
            </a:avLst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89645E00-51B4-D5BB-A9AD-3761E5E2356E}"/>
              </a:ext>
            </a:extLst>
          </p:cNvPr>
          <p:cNvCxnSpPr>
            <a:cxnSpLocks/>
            <a:stCxn id="65" idx="0"/>
            <a:endCxn id="67" idx="2"/>
          </p:cNvCxnSpPr>
          <p:nvPr/>
        </p:nvCxnSpPr>
        <p:spPr>
          <a:xfrm rot="16200000" flipV="1">
            <a:off x="4886103" y="3941293"/>
            <a:ext cx="300696" cy="4502"/>
          </a:xfrm>
          <a:prstGeom prst="bentConnector3">
            <a:avLst>
              <a:gd name="adj1" fmla="val 50000"/>
            </a:avLst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D76A5989-361C-EB20-F53A-68D43585C370}"/>
              </a:ext>
            </a:extLst>
          </p:cNvPr>
          <p:cNvSpPr/>
          <p:nvPr/>
        </p:nvSpPr>
        <p:spPr>
          <a:xfrm>
            <a:off x="734058" y="3777321"/>
            <a:ext cx="1588947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2BB15-4872-EE99-60F1-B33D23E67617}"/>
              </a:ext>
            </a:extLst>
          </p:cNvPr>
          <p:cNvSpPr/>
          <p:nvPr/>
        </p:nvSpPr>
        <p:spPr>
          <a:xfrm>
            <a:off x="963127" y="4698459"/>
            <a:ext cx="1359879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Components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ACCF42-45CF-A0F2-1ACD-3F2D27060B0E}"/>
              </a:ext>
            </a:extLst>
          </p:cNvPr>
          <p:cNvSpPr/>
          <p:nvPr/>
        </p:nvSpPr>
        <p:spPr>
          <a:xfrm>
            <a:off x="963126" y="4244046"/>
            <a:ext cx="1359879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Localizer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9C01413C-F077-2BE6-C482-5AD4009A6EEA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831435" y="4126574"/>
            <a:ext cx="131693" cy="746511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D6701EEC-1951-A387-47ED-696728306343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831430" y="4126571"/>
            <a:ext cx="131697" cy="292100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CE4568DD-426C-255B-959E-6A0162515452}"/>
              </a:ext>
            </a:extLst>
          </p:cNvPr>
          <p:cNvSpPr/>
          <p:nvPr/>
        </p:nvSpPr>
        <p:spPr>
          <a:xfrm>
            <a:off x="4221399" y="4639063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Book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28A7DDEE-B925-EBF3-0525-1E702F69F1C3}"/>
              </a:ext>
            </a:extLst>
          </p:cNvPr>
          <p:cNvCxnSpPr>
            <a:cxnSpLocks/>
            <a:stCxn id="65" idx="2"/>
            <a:endCxn id="16" idx="0"/>
          </p:cNvCxnSpPr>
          <p:nvPr/>
        </p:nvCxnSpPr>
        <p:spPr>
          <a:xfrm rot="5400000">
            <a:off x="4938491" y="4538851"/>
            <a:ext cx="195921" cy="4503"/>
          </a:xfrm>
          <a:prstGeom prst="bentConnector3">
            <a:avLst>
              <a:gd name="adj1" fmla="val 50000"/>
            </a:avLst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A314598-7358-EB66-E642-339CA2A43882}"/>
              </a:ext>
            </a:extLst>
          </p:cNvPr>
          <p:cNvSpPr/>
          <p:nvPr/>
        </p:nvSpPr>
        <p:spPr>
          <a:xfrm>
            <a:off x="430975" y="3310595"/>
            <a:ext cx="1892029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Book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A524AFC0-B88A-69EA-1A22-A11707096A43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>
            <a:off x="531220" y="3659846"/>
            <a:ext cx="202839" cy="292101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99982AF-6086-B772-BE33-F7E222CF4797}"/>
              </a:ext>
            </a:extLst>
          </p:cNvPr>
          <p:cNvSpPr/>
          <p:nvPr/>
        </p:nvSpPr>
        <p:spPr>
          <a:xfrm>
            <a:off x="8015607" y="3310595"/>
            <a:ext cx="1892027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Global Handler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24D528-7A3F-85CF-9C47-9CC03B47AF9C}"/>
              </a:ext>
            </a:extLst>
          </p:cNvPr>
          <p:cNvSpPr/>
          <p:nvPr/>
        </p:nvSpPr>
        <p:spPr>
          <a:xfrm>
            <a:off x="8558194" y="4288418"/>
            <a:ext cx="1349442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Page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FCA5A9-2F35-8304-EEAA-43CDBB58158D}"/>
              </a:ext>
            </a:extLst>
          </p:cNvPr>
          <p:cNvSpPr/>
          <p:nvPr/>
        </p:nvSpPr>
        <p:spPr>
          <a:xfrm>
            <a:off x="8547757" y="4742831"/>
            <a:ext cx="1359879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Components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1DF561-038F-5834-9026-FF72357F1BD4}"/>
              </a:ext>
            </a:extLst>
          </p:cNvPr>
          <p:cNvSpPr/>
          <p:nvPr/>
        </p:nvSpPr>
        <p:spPr>
          <a:xfrm>
            <a:off x="8558193" y="3834005"/>
            <a:ext cx="1349441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Localizer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49710E-73EF-F0F5-4B45-3D9C15B0DF72}"/>
              </a:ext>
            </a:extLst>
          </p:cNvPr>
          <p:cNvSpPr/>
          <p:nvPr/>
        </p:nvSpPr>
        <p:spPr>
          <a:xfrm>
            <a:off x="8558194" y="5197244"/>
            <a:ext cx="1349442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solidFill>
                  <a:schemeClr val="bg2">
                    <a:lumMod val="25000"/>
                  </a:schemeClr>
                </a:solidFill>
              </a:rPr>
              <a:t>Book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A0155054-E795-B89E-6279-EBAB7D58D29A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>
            <a:off x="8210978" y="3659845"/>
            <a:ext cx="347217" cy="1712024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8B22F60A-8990-1607-CC62-B7DDE408996C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8206477" y="3708130"/>
            <a:ext cx="341280" cy="1209327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B9314457-104E-3558-6A96-6013FCE7F4EF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8210980" y="3659849"/>
            <a:ext cx="347215" cy="803195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04D3666C-D3A3-438C-CDBE-D9947B578846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>
            <a:off x="8210977" y="3659848"/>
            <a:ext cx="347217" cy="348783"/>
          </a:xfrm>
          <a:prstGeom prst="bentConnector2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77D03FBB-A10A-1F94-6479-3158F2A647BD}"/>
              </a:ext>
            </a:extLst>
          </p:cNvPr>
          <p:cNvSpPr/>
          <p:nvPr/>
        </p:nvSpPr>
        <p:spPr>
          <a:xfrm>
            <a:off x="564189" y="2675401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solidFill>
                  <a:schemeClr val="accent1">
                    <a:lumMod val="50000"/>
                  </a:schemeClr>
                </a:solidFill>
              </a:rPr>
              <a:t>自我控管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D035654-F0BC-0167-4EAC-CC92F87441CC}"/>
              </a:ext>
            </a:extLst>
          </p:cNvPr>
          <p:cNvSpPr/>
          <p:nvPr/>
        </p:nvSpPr>
        <p:spPr>
          <a:xfrm>
            <a:off x="4221520" y="2675401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solidFill>
                  <a:schemeClr val="accent1">
                    <a:lumMod val="50000"/>
                  </a:schemeClr>
                </a:solidFill>
              </a:rPr>
              <a:t>建立綁定層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83611C3-7DFA-1AF6-EDEC-F00268F2EC96}"/>
              </a:ext>
            </a:extLst>
          </p:cNvPr>
          <p:cNvSpPr/>
          <p:nvPr/>
        </p:nvSpPr>
        <p:spPr>
          <a:xfrm>
            <a:off x="8192590" y="2676762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solidFill>
                  <a:schemeClr val="accent1">
                    <a:lumMod val="50000"/>
                  </a:schemeClr>
                </a:solidFill>
              </a:rPr>
              <a:t>統一控管</a:t>
            </a:r>
          </a:p>
        </p:txBody>
      </p:sp>
    </p:spTree>
    <p:extLst>
      <p:ext uri="{BB962C8B-B14F-4D97-AF65-F5344CB8AC3E}">
        <p14:creationId xmlns:p14="http://schemas.microsoft.com/office/powerpoint/2010/main" val="228348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6F69B-95A3-59B6-500C-81C1ECF8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13C3A5D-3102-DC1C-DAB9-F08DC52CBDA2}"/>
              </a:ext>
            </a:extLst>
          </p:cNvPr>
          <p:cNvSpPr/>
          <p:nvPr/>
        </p:nvSpPr>
        <p:spPr>
          <a:xfrm>
            <a:off x="0" y="-463550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2">
                    <a:lumMod val="25000"/>
                  </a:schemeClr>
                </a:solidFill>
              </a:rPr>
              <a:t>text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D0FCDF-7712-2141-08DB-8111B6FC954C}"/>
              </a:ext>
            </a:extLst>
          </p:cNvPr>
          <p:cNvSpPr/>
          <p:nvPr/>
        </p:nvSpPr>
        <p:spPr>
          <a:xfrm>
            <a:off x="0" y="-86360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F8291A-DE0C-CB56-4276-64E9DC9313FE}"/>
              </a:ext>
            </a:extLst>
          </p:cNvPr>
          <p:cNvSpPr/>
          <p:nvPr/>
        </p:nvSpPr>
        <p:spPr>
          <a:xfrm>
            <a:off x="0" y="-1263650"/>
            <a:ext cx="1625600" cy="34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AFC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E842C0-ED33-0E1B-247A-ED184F9E7817}"/>
              </a:ext>
            </a:extLst>
          </p:cNvPr>
          <p:cNvSpPr/>
          <p:nvPr/>
        </p:nvSpPr>
        <p:spPr>
          <a:xfrm>
            <a:off x="0" y="-1663700"/>
            <a:ext cx="1625600" cy="349250"/>
          </a:xfrm>
          <a:prstGeom prst="rect">
            <a:avLst/>
          </a:prstGeom>
          <a:solidFill>
            <a:srgbClr val="EFE2D5"/>
          </a:solidFill>
          <a:ln w="25400">
            <a:solidFill>
              <a:srgbClr val="D3AB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2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CFCCFC-C769-09B2-E50F-4B40B34E68FC}"/>
              </a:ext>
            </a:extLst>
          </p:cNvPr>
          <p:cNvSpPr/>
          <p:nvPr/>
        </p:nvSpPr>
        <p:spPr>
          <a:xfrm>
            <a:off x="0" y="-2063750"/>
            <a:ext cx="1625600" cy="349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D7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715215"/>
                </a:solidFill>
              </a:rPr>
              <a:t>text</a:t>
            </a:r>
            <a:endParaRPr lang="zh-TW" altLang="en-US" sz="1400">
              <a:solidFill>
                <a:srgbClr val="715215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B90C532-AED9-87AE-1A60-73A2F8869D25}"/>
              </a:ext>
            </a:extLst>
          </p:cNvPr>
          <p:cNvCxnSpPr/>
          <p:nvPr/>
        </p:nvCxnSpPr>
        <p:spPr>
          <a:xfrm>
            <a:off x="1745672" y="-371187"/>
            <a:ext cx="4064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68CBF25F-9E3E-BD39-F4CC-ECE44E81D7F4}"/>
              </a:ext>
            </a:extLst>
          </p:cNvPr>
          <p:cNvCxnSpPr>
            <a:cxnSpLocks/>
          </p:cNvCxnSpPr>
          <p:nvPr/>
        </p:nvCxnSpPr>
        <p:spPr>
          <a:xfrm>
            <a:off x="1745672" y="-270452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5C52E8F-4BCE-570A-F86E-3730788E95B2}"/>
              </a:ext>
            </a:extLst>
          </p:cNvPr>
          <p:cNvCxnSpPr/>
          <p:nvPr/>
        </p:nvCxnSpPr>
        <p:spPr>
          <a:xfrm>
            <a:off x="1745672" y="-796060"/>
            <a:ext cx="406400" cy="0"/>
          </a:xfrm>
          <a:prstGeom prst="line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A938EF5C-108B-97D9-6149-4352BA1D6C31}"/>
              </a:ext>
            </a:extLst>
          </p:cNvPr>
          <p:cNvCxnSpPr>
            <a:cxnSpLocks/>
          </p:cNvCxnSpPr>
          <p:nvPr/>
        </p:nvCxnSpPr>
        <p:spPr>
          <a:xfrm>
            <a:off x="1745672" y="-695325"/>
            <a:ext cx="406400" cy="104198"/>
          </a:xfrm>
          <a:prstGeom prst="bentConnector3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4AAF19E-4AEF-97D9-BCDE-C1BE18176ECB}"/>
              </a:ext>
            </a:extLst>
          </p:cNvPr>
          <p:cNvCxnSpPr/>
          <p:nvPr/>
        </p:nvCxnSpPr>
        <p:spPr>
          <a:xfrm>
            <a:off x="1745672" y="-1211697"/>
            <a:ext cx="406400" cy="0"/>
          </a:xfrm>
          <a:prstGeom prst="line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C06C907D-DD89-EC6D-864F-5A15DE02158F}"/>
              </a:ext>
            </a:extLst>
          </p:cNvPr>
          <p:cNvCxnSpPr>
            <a:cxnSpLocks/>
          </p:cNvCxnSpPr>
          <p:nvPr/>
        </p:nvCxnSpPr>
        <p:spPr>
          <a:xfrm>
            <a:off x="1745672" y="-1110962"/>
            <a:ext cx="406400" cy="104198"/>
          </a:xfrm>
          <a:prstGeom prst="bentConnector3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7546A02-51F7-2F70-C352-672AD8AA6371}"/>
              </a:ext>
            </a:extLst>
          </p:cNvPr>
          <p:cNvCxnSpPr/>
          <p:nvPr/>
        </p:nvCxnSpPr>
        <p:spPr>
          <a:xfrm>
            <a:off x="1745672" y="-1584471"/>
            <a:ext cx="406400" cy="0"/>
          </a:xfrm>
          <a:prstGeom prst="line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9C2822E-7310-D34F-0444-79994B3CED81}"/>
              </a:ext>
            </a:extLst>
          </p:cNvPr>
          <p:cNvCxnSpPr>
            <a:cxnSpLocks/>
          </p:cNvCxnSpPr>
          <p:nvPr/>
        </p:nvCxnSpPr>
        <p:spPr>
          <a:xfrm>
            <a:off x="1745672" y="-1483736"/>
            <a:ext cx="406400" cy="104198"/>
          </a:xfrm>
          <a:prstGeom prst="bentConnector3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7EA7DCB-8CBC-E2C8-BFE2-4C6196A47F74}"/>
              </a:ext>
            </a:extLst>
          </p:cNvPr>
          <p:cNvCxnSpPr/>
          <p:nvPr/>
        </p:nvCxnSpPr>
        <p:spPr>
          <a:xfrm>
            <a:off x="1745672" y="-2000108"/>
            <a:ext cx="406400" cy="0"/>
          </a:xfrm>
          <a:prstGeom prst="line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156ECBCF-BB67-4996-8AE0-A7F8B5E8B861}"/>
              </a:ext>
            </a:extLst>
          </p:cNvPr>
          <p:cNvCxnSpPr>
            <a:cxnSpLocks/>
          </p:cNvCxnSpPr>
          <p:nvPr/>
        </p:nvCxnSpPr>
        <p:spPr>
          <a:xfrm>
            <a:off x="1745672" y="-1899373"/>
            <a:ext cx="406400" cy="104198"/>
          </a:xfrm>
          <a:prstGeom prst="bentConnector3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F2BF5594-7B47-7A26-1A73-B1A7AA51352F}"/>
              </a:ext>
            </a:extLst>
          </p:cNvPr>
          <p:cNvSpPr txBox="1"/>
          <p:nvPr/>
        </p:nvSpPr>
        <p:spPr>
          <a:xfrm>
            <a:off x="132990" y="10564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DocComponent</a:t>
            </a:r>
            <a:endParaRPr lang="zh-TW" altLang="en-US"/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975C3A94-5FF3-DF1A-0B74-9287525E20ED}"/>
              </a:ext>
            </a:extLst>
          </p:cNvPr>
          <p:cNvCxnSpPr>
            <a:cxnSpLocks/>
          </p:cNvCxnSpPr>
          <p:nvPr/>
        </p:nvCxnSpPr>
        <p:spPr>
          <a:xfrm>
            <a:off x="13903084" y="8646039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0F35F046-1B0E-7ADA-69F8-F0FD37FBE5ED}"/>
              </a:ext>
            </a:extLst>
          </p:cNvPr>
          <p:cNvCxnSpPr>
            <a:cxnSpLocks/>
          </p:cNvCxnSpPr>
          <p:nvPr/>
        </p:nvCxnSpPr>
        <p:spPr>
          <a:xfrm>
            <a:off x="13931479" y="8903777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05D30FD-3B83-343D-F9AD-0792980C5575}"/>
              </a:ext>
            </a:extLst>
          </p:cNvPr>
          <p:cNvSpPr/>
          <p:nvPr/>
        </p:nvSpPr>
        <p:spPr>
          <a:xfrm>
            <a:off x="3449827" y="903426"/>
            <a:ext cx="4063781" cy="54628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EC32C8-4ADE-F384-A3BE-6CAE6CE5BEE5}"/>
              </a:ext>
            </a:extLst>
          </p:cNvPr>
          <p:cNvSpPr/>
          <p:nvPr/>
        </p:nvSpPr>
        <p:spPr>
          <a:xfrm>
            <a:off x="7513608" y="903426"/>
            <a:ext cx="4063781" cy="54628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7EEA0A-D538-E4B3-2B16-FAE8C6B2C41F}"/>
              </a:ext>
            </a:extLst>
          </p:cNvPr>
          <p:cNvSpPr/>
          <p:nvPr/>
        </p:nvSpPr>
        <p:spPr>
          <a:xfrm>
            <a:off x="1275970" y="903426"/>
            <a:ext cx="2173857" cy="54628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5C74E1-097D-B258-3B80-AFDCF3CFC608}"/>
              </a:ext>
            </a:extLst>
          </p:cNvPr>
          <p:cNvSpPr/>
          <p:nvPr/>
        </p:nvSpPr>
        <p:spPr>
          <a:xfrm>
            <a:off x="152400" y="-71120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3E7513-586E-C3DC-B4DC-773A7E0668B1}"/>
              </a:ext>
            </a:extLst>
          </p:cNvPr>
          <p:cNvSpPr/>
          <p:nvPr/>
        </p:nvSpPr>
        <p:spPr>
          <a:xfrm>
            <a:off x="7919474" y="11003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FA0225-445F-CAB4-4B84-860F7CD05697}"/>
              </a:ext>
            </a:extLst>
          </p:cNvPr>
          <p:cNvSpPr/>
          <p:nvPr/>
        </p:nvSpPr>
        <p:spPr>
          <a:xfrm>
            <a:off x="3859636" y="248747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C872545-641F-4E1B-064F-C935D1109461}"/>
              </a:ext>
            </a:extLst>
          </p:cNvPr>
          <p:cNvSpPr/>
          <p:nvPr/>
        </p:nvSpPr>
        <p:spPr>
          <a:xfrm>
            <a:off x="7919474" y="20147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F30094-338A-0DB7-300E-6D118B787C6D}"/>
              </a:ext>
            </a:extLst>
          </p:cNvPr>
          <p:cNvSpPr/>
          <p:nvPr/>
        </p:nvSpPr>
        <p:spPr>
          <a:xfrm>
            <a:off x="7919474" y="24719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9DB506-C7E6-5EA0-75B9-F0EC3A0A1A08}"/>
              </a:ext>
            </a:extLst>
          </p:cNvPr>
          <p:cNvSpPr/>
          <p:nvPr/>
        </p:nvSpPr>
        <p:spPr>
          <a:xfrm>
            <a:off x="3252268" y="8896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65E7F23-C824-C82D-A285-EE2726C8123E}"/>
              </a:ext>
            </a:extLst>
          </p:cNvPr>
          <p:cNvSpPr/>
          <p:nvPr/>
        </p:nvSpPr>
        <p:spPr>
          <a:xfrm>
            <a:off x="4977551" y="8896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EB309F-7212-7E2B-52BB-FCBD0D658E69}"/>
              </a:ext>
            </a:extLst>
          </p:cNvPr>
          <p:cNvSpPr/>
          <p:nvPr/>
        </p:nvSpPr>
        <p:spPr>
          <a:xfrm>
            <a:off x="3855693" y="11003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DEADB8-3278-9DD3-3CE5-0015FE9B7731}"/>
              </a:ext>
            </a:extLst>
          </p:cNvPr>
          <p:cNvSpPr/>
          <p:nvPr/>
        </p:nvSpPr>
        <p:spPr>
          <a:xfrm>
            <a:off x="3855693" y="15575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EB3BD2-A3E9-3F99-A95B-0F5A19D92691}"/>
              </a:ext>
            </a:extLst>
          </p:cNvPr>
          <p:cNvSpPr/>
          <p:nvPr/>
        </p:nvSpPr>
        <p:spPr>
          <a:xfrm>
            <a:off x="3855693" y="20147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BA824A-4E90-F1C6-50E5-EFE6216E925A}"/>
              </a:ext>
            </a:extLst>
          </p:cNvPr>
          <p:cNvSpPr/>
          <p:nvPr/>
        </p:nvSpPr>
        <p:spPr>
          <a:xfrm>
            <a:off x="3855693" y="2960208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0E1CB4F-5FC0-4B58-BF1A-C4227F6C908F}"/>
              </a:ext>
            </a:extLst>
          </p:cNvPr>
          <p:cNvSpPr/>
          <p:nvPr/>
        </p:nvSpPr>
        <p:spPr>
          <a:xfrm>
            <a:off x="7919474" y="1557547"/>
            <a:ext cx="3252049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30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52B1-2CD8-FE75-58A9-C4BEFE9E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D4141CE-83C6-47C9-1A78-404761D50554}"/>
              </a:ext>
            </a:extLst>
          </p:cNvPr>
          <p:cNvSpPr/>
          <p:nvPr/>
        </p:nvSpPr>
        <p:spPr>
          <a:xfrm>
            <a:off x="0" y="-463550"/>
            <a:ext cx="1625600" cy="349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2">
                    <a:lumMod val="25000"/>
                  </a:schemeClr>
                </a:solidFill>
              </a:rPr>
              <a:t>text</a:t>
            </a:r>
            <a:endParaRPr lang="zh-TW" altLang="en-US" sz="1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D16F81-BBAA-F44D-3F8A-6496C2839F25}"/>
              </a:ext>
            </a:extLst>
          </p:cNvPr>
          <p:cNvSpPr/>
          <p:nvPr/>
        </p:nvSpPr>
        <p:spPr>
          <a:xfrm>
            <a:off x="0" y="-863600"/>
            <a:ext cx="1625600" cy="349250"/>
          </a:xfrm>
          <a:prstGeom prst="rect">
            <a:avLst/>
          </a:prstGeom>
          <a:solidFill>
            <a:srgbClr val="E3ECF3"/>
          </a:solidFill>
          <a:ln w="25400">
            <a:solidFill>
              <a:srgbClr val="B3C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2C4D57-4CC4-EC51-8D76-56E4F248288E}"/>
              </a:ext>
            </a:extLst>
          </p:cNvPr>
          <p:cNvSpPr/>
          <p:nvPr/>
        </p:nvSpPr>
        <p:spPr>
          <a:xfrm>
            <a:off x="0" y="-1263650"/>
            <a:ext cx="1625600" cy="34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AFC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166CF3-225B-CA24-CBD0-7EE5A849EA4A}"/>
              </a:ext>
            </a:extLst>
          </p:cNvPr>
          <p:cNvSpPr/>
          <p:nvPr/>
        </p:nvSpPr>
        <p:spPr>
          <a:xfrm>
            <a:off x="0" y="-1663700"/>
            <a:ext cx="1625600" cy="349250"/>
          </a:xfrm>
          <a:prstGeom prst="rect">
            <a:avLst/>
          </a:prstGeom>
          <a:solidFill>
            <a:srgbClr val="EFE2D5"/>
          </a:solidFill>
          <a:ln w="25400">
            <a:solidFill>
              <a:srgbClr val="D3AB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accent2">
                    <a:lumMod val="50000"/>
                  </a:schemeClr>
                </a:solidFill>
              </a:rPr>
              <a:t>text</a:t>
            </a:r>
            <a:endParaRPr lang="zh-TW" altLang="en-US" sz="14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DDF0AE-0F20-85FC-3AD2-9DD77492A12E}"/>
              </a:ext>
            </a:extLst>
          </p:cNvPr>
          <p:cNvSpPr/>
          <p:nvPr/>
        </p:nvSpPr>
        <p:spPr>
          <a:xfrm>
            <a:off x="0" y="-2063750"/>
            <a:ext cx="1625600" cy="349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D7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715215"/>
                </a:solidFill>
              </a:rPr>
              <a:t>text</a:t>
            </a:r>
            <a:endParaRPr lang="zh-TW" altLang="en-US" sz="1400">
              <a:solidFill>
                <a:srgbClr val="715215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376608F-BA76-0F4D-34A7-947683364BCC}"/>
              </a:ext>
            </a:extLst>
          </p:cNvPr>
          <p:cNvCxnSpPr/>
          <p:nvPr/>
        </p:nvCxnSpPr>
        <p:spPr>
          <a:xfrm>
            <a:off x="1745672" y="-371187"/>
            <a:ext cx="4064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01EBEFBF-7C25-251C-C084-FE1E9E5ED646}"/>
              </a:ext>
            </a:extLst>
          </p:cNvPr>
          <p:cNvCxnSpPr>
            <a:cxnSpLocks/>
          </p:cNvCxnSpPr>
          <p:nvPr/>
        </p:nvCxnSpPr>
        <p:spPr>
          <a:xfrm>
            <a:off x="1745672" y="-270452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3876733-8A07-2151-4C61-6878F82E25B9}"/>
              </a:ext>
            </a:extLst>
          </p:cNvPr>
          <p:cNvCxnSpPr/>
          <p:nvPr/>
        </p:nvCxnSpPr>
        <p:spPr>
          <a:xfrm>
            <a:off x="1745672" y="-796060"/>
            <a:ext cx="406400" cy="0"/>
          </a:xfrm>
          <a:prstGeom prst="line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D1B5ED9-8EAA-4C86-5B1F-6E6A0FCC8F95}"/>
              </a:ext>
            </a:extLst>
          </p:cNvPr>
          <p:cNvCxnSpPr>
            <a:cxnSpLocks/>
          </p:cNvCxnSpPr>
          <p:nvPr/>
        </p:nvCxnSpPr>
        <p:spPr>
          <a:xfrm>
            <a:off x="1745672" y="-695325"/>
            <a:ext cx="406400" cy="104198"/>
          </a:xfrm>
          <a:prstGeom prst="bentConnector3">
            <a:avLst/>
          </a:prstGeom>
          <a:ln w="25400">
            <a:solidFill>
              <a:srgbClr val="516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9DEA038-B1D6-B29B-01D9-BDB8DFBA79A0}"/>
              </a:ext>
            </a:extLst>
          </p:cNvPr>
          <p:cNvCxnSpPr/>
          <p:nvPr/>
        </p:nvCxnSpPr>
        <p:spPr>
          <a:xfrm>
            <a:off x="1745672" y="-1211697"/>
            <a:ext cx="406400" cy="0"/>
          </a:xfrm>
          <a:prstGeom prst="line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E9F82DC6-4FDC-2FB6-340C-139ED542F264}"/>
              </a:ext>
            </a:extLst>
          </p:cNvPr>
          <p:cNvCxnSpPr>
            <a:cxnSpLocks/>
          </p:cNvCxnSpPr>
          <p:nvPr/>
        </p:nvCxnSpPr>
        <p:spPr>
          <a:xfrm>
            <a:off x="1745672" y="-1110962"/>
            <a:ext cx="406400" cy="104198"/>
          </a:xfrm>
          <a:prstGeom prst="bentConnector3">
            <a:avLst/>
          </a:prstGeom>
          <a:ln w="25400">
            <a:solidFill>
              <a:srgbClr val="658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AAF8A58-C05E-F4BD-3D0E-E808372033B0}"/>
              </a:ext>
            </a:extLst>
          </p:cNvPr>
          <p:cNvCxnSpPr/>
          <p:nvPr/>
        </p:nvCxnSpPr>
        <p:spPr>
          <a:xfrm>
            <a:off x="1745672" y="-1584471"/>
            <a:ext cx="406400" cy="0"/>
          </a:xfrm>
          <a:prstGeom prst="line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2459F96A-D7B0-0CDA-2298-5058428ACC16}"/>
              </a:ext>
            </a:extLst>
          </p:cNvPr>
          <p:cNvCxnSpPr>
            <a:cxnSpLocks/>
          </p:cNvCxnSpPr>
          <p:nvPr/>
        </p:nvCxnSpPr>
        <p:spPr>
          <a:xfrm>
            <a:off x="1745672" y="-1483736"/>
            <a:ext cx="406400" cy="104198"/>
          </a:xfrm>
          <a:prstGeom prst="bentConnector3">
            <a:avLst/>
          </a:prstGeom>
          <a:ln w="25400">
            <a:solidFill>
              <a:srgbClr val="9B6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6A7DEFF-A27F-A233-48DA-D77D0049A3BE}"/>
              </a:ext>
            </a:extLst>
          </p:cNvPr>
          <p:cNvCxnSpPr/>
          <p:nvPr/>
        </p:nvCxnSpPr>
        <p:spPr>
          <a:xfrm>
            <a:off x="1745672" y="-2000108"/>
            <a:ext cx="406400" cy="0"/>
          </a:xfrm>
          <a:prstGeom prst="line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11FD5AE4-DE01-BE98-48E9-D10EE679EF85}"/>
              </a:ext>
            </a:extLst>
          </p:cNvPr>
          <p:cNvCxnSpPr>
            <a:cxnSpLocks/>
          </p:cNvCxnSpPr>
          <p:nvPr/>
        </p:nvCxnSpPr>
        <p:spPr>
          <a:xfrm>
            <a:off x="1745672" y="-1899373"/>
            <a:ext cx="406400" cy="104198"/>
          </a:xfrm>
          <a:prstGeom prst="bentConnector3">
            <a:avLst/>
          </a:prstGeom>
          <a:ln w="25400">
            <a:solidFill>
              <a:srgbClr val="C3A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CAC1FD2B-E53E-33FD-FE19-5E15116E94D7}"/>
              </a:ext>
            </a:extLst>
          </p:cNvPr>
          <p:cNvSpPr txBox="1"/>
          <p:nvPr/>
        </p:nvSpPr>
        <p:spPr>
          <a:xfrm>
            <a:off x="132990" y="199613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IDocDepotBackend</a:t>
            </a:r>
            <a:endParaRPr lang="zh-TW" altLang="en-US"/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6E7988F7-0368-B8E7-63BB-21B6E611902C}"/>
              </a:ext>
            </a:extLst>
          </p:cNvPr>
          <p:cNvCxnSpPr>
            <a:cxnSpLocks/>
          </p:cNvCxnSpPr>
          <p:nvPr/>
        </p:nvCxnSpPr>
        <p:spPr>
          <a:xfrm>
            <a:off x="13903084" y="8646039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577381A8-8B9B-492D-473F-D43DFA3067B9}"/>
              </a:ext>
            </a:extLst>
          </p:cNvPr>
          <p:cNvCxnSpPr>
            <a:cxnSpLocks/>
          </p:cNvCxnSpPr>
          <p:nvPr/>
        </p:nvCxnSpPr>
        <p:spPr>
          <a:xfrm>
            <a:off x="13931479" y="8903777"/>
            <a:ext cx="406400" cy="104198"/>
          </a:xfrm>
          <a:prstGeom prst="bentConnector3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DF67F5-5EBA-D71B-EE7C-BEF314B14BB1}"/>
              </a:ext>
            </a:extLst>
          </p:cNvPr>
          <p:cNvSpPr txBox="1"/>
          <p:nvPr/>
        </p:nvSpPr>
        <p:spPr>
          <a:xfrm>
            <a:off x="132990" y="1155507"/>
            <a:ext cx="817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DocAsset</a:t>
            </a:r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736D22C-16CD-889F-D433-1B631D9FE0B1}"/>
              </a:ext>
            </a:extLst>
          </p:cNvPr>
          <p:cNvSpPr txBox="1"/>
          <p:nvPr/>
        </p:nvSpPr>
        <p:spPr>
          <a:xfrm>
            <a:off x="132990" y="1632334"/>
            <a:ext cx="817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DocDepot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3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自訂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55A11"/>
      </a:accent2>
      <a:accent3>
        <a:srgbClr val="A5A5A5"/>
      </a:accent3>
      <a:accent4>
        <a:srgbClr val="DFB05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onsolas"/>
        <a:ea typeface="微軟正黑體"/>
        <a:cs typeface=""/>
      </a:majorFont>
      <a:minorFont>
        <a:latin typeface="Consolas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89</Words>
  <Application>Microsoft Office PowerPoint</Application>
  <PresentationFormat>寬螢幕</PresentationFormat>
  <Paragraphs>70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睿穎 李</dc:creator>
  <cp:lastModifiedBy>睿穎 李</cp:lastModifiedBy>
  <cp:revision>11</cp:revision>
  <dcterms:created xsi:type="dcterms:W3CDTF">2025-06-19T13:39:18Z</dcterms:created>
  <dcterms:modified xsi:type="dcterms:W3CDTF">2025-07-11T14:05:48Z</dcterms:modified>
</cp:coreProperties>
</file>